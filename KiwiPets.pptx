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verage"/>
      <p:regular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regular.fntdata"/><Relationship Id="rId14" Type="http://schemas.openxmlformats.org/officeDocument/2006/relationships/font" Target="fonts/Average-regular.fntdata"/><Relationship Id="rId16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8d818c195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8d818c195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8d818c195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8d818c195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8d818c195_0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8d818c195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8d818c195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8d818c195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8d818c195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8d818c195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8d818c195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8d818c195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8d818c195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8d818c195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KiwiPets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419" sz="2400">
                <a:solidFill>
                  <a:schemeClr val="dk1"/>
                </a:solidFill>
              </a:rPr>
              <a:t>Carrera: Programación y Análisis de Sistemas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419" sz="2400">
                <a:solidFill>
                  <a:schemeClr val="dk1"/>
                </a:solidFill>
              </a:rPr>
              <a:t>Equipo: Bastian Farias</a:t>
            </a:r>
            <a:br>
              <a:rPr lang="es-419" sz="2400">
                <a:solidFill>
                  <a:schemeClr val="dk1"/>
                </a:solidFill>
              </a:rPr>
            </a:br>
            <a:r>
              <a:rPr lang="es-419" sz="2400">
                <a:solidFill>
                  <a:schemeClr val="dk1"/>
                </a:solidFill>
              </a:rPr>
              <a:t>              Camila Carrasco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419" sz="2400">
                <a:solidFill>
                  <a:schemeClr val="dk1"/>
                </a:solidFill>
              </a:rPr>
              <a:t>Sección: 1630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1635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Roles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216350" y="11154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s-419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Camila Carrasco: Encargada del desarrollo frontend, mejoras de interfaz y comodidad del usuario al usar la app (UI/UX)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s-419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Bastian Farias: Encargado del backend, correcto funcionamiento de logica y operaciones de la app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667350" y="11154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s-419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Frontend: ReactNative, Expo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s-419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Backend: Nodejs, TypeScript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s-419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Generales: Vscode, ExpoGo, Postman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466735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Tecnologías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Nuestro </a:t>
            </a:r>
            <a:r>
              <a:rPr lang="es-419"/>
              <a:t>Desafío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Agilizar el primer paso para la </a:t>
            </a:r>
            <a:r>
              <a:rPr lang="es-419"/>
              <a:t>adopción</a:t>
            </a:r>
            <a:r>
              <a:rPr lang="es-419"/>
              <a:t> de mascotas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Consume tiempo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No siempre existe claridad ante mascotas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Poco filtro de adoptantes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Diseñar y entregar una </a:t>
            </a:r>
            <a:r>
              <a:rPr lang="es-419"/>
              <a:t>aplicación</a:t>
            </a:r>
            <a:r>
              <a:rPr lang="es-419"/>
              <a:t> intuitiva y </a:t>
            </a:r>
            <a:r>
              <a:rPr lang="es-419"/>
              <a:t>fácil</a:t>
            </a:r>
            <a:r>
              <a:rPr lang="es-419"/>
              <a:t> de ocupar que permita buscar mascotas disponibles para adoptar cerca de mi </a:t>
            </a:r>
            <a:r>
              <a:rPr lang="es-419"/>
              <a:t>área disponible en Web y Movil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Objetivo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Nuestra propuesta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Prototipo base de una app </a:t>
            </a:r>
            <a:r>
              <a:rPr lang="es-419"/>
              <a:t>híbrida</a:t>
            </a:r>
            <a:r>
              <a:rPr lang="es-419"/>
              <a:t> que liste mascotas en un radio cercano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Porfa agrega algo que lit no se me ocurre nada xd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Solucion Tecnica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Prototipo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Preguntas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